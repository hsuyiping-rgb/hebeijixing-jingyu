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EB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學習共同體公開課・教學流程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多變的天氣 2-2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天氣圖與天氣變化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鋒面過境的資料判讀 ｜ 挑戰性課題 ｜ 40 分鐘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E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六年級 自然科學領域 ・ 翰林 115 學年度上學期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457200"/>
            <a:ext cx="822960" cy="822960"/>
          </a:xfrm>
          <a:prstGeom prst="ellipse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914400"/>
            <a:ext cx="1188720" cy="68580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868680"/>
            <a:ext cx="1280160" cy="777240"/>
          </a:xfrm>
          <a:prstGeom prst="ellipse">
            <a:avLst/>
          </a:prstGeom>
          <a:solidFill>
            <a:srgbClr val="DCEBF7"/>
          </a:solidFill>
          <a:ln w="12700">
            <a:solidFill>
              <a:srgbClr val="DCEB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本節定位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不再講符號，把學生放到「資料還沒揭曉」的位置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937760" cy="3246120"/>
          </a:xfrm>
          <a:prstGeom prst="roundRect">
            <a:avLst>
              <a:gd name="adj" fmla="val 4225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挑戰性課題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你是氣象主播。手上只有 4 月 19 日的天氣圖與觀測表——明天早上，你要對臺北和高雄各說一句什麼？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每一句下面，寫出讓你敢這樣說的兩筆資料。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B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寫完才發下 4 月 20 日的真實資料，各組自己對帳。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學習目標（本節可觀察）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6459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能根據鋒面位置與觀測資料寫出預報，並指出支持它的兩筆資料。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能比較預報與隔日真實資料的落差，說出原先用的規則在哪一格失效。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教師不做的事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不預告答案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不裁決哪一組猜對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只反覆一句：「回到圖上，你看到什麼？」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 分鐘總覽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三段流程，第 10 分鐘進小組，全班串連 10 分鐘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6858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36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導入與發現（傾聽）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4069080" cy="685800"/>
          </a:xfrm>
          <a:prstGeom prst="rect">
            <a:avLst/>
          </a:prstGeom>
          <a:solidFill>
            <a:srgbClr val="3D6A99"/>
          </a:solidFill>
          <a:ln w="12700">
            <a:solidFill>
              <a:srgbClr val="3D6A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探究與深化（串連）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463040"/>
            <a:ext cx="2011680" cy="685800"/>
          </a:xfrm>
          <a:prstGeom prst="rect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1536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挑戰與聚斂（串連·回歸）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105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分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0'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10'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20'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30'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788920"/>
            <a:ext cx="274320" cy="2743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導入與發現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154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圈最奇怪的一格 → 2 兩人交換 → 3 全班收集 → 4 布題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2606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2788920"/>
            <a:ext cx="274320" cy="274320"/>
          </a:xfrm>
          <a:prstGeom prst="ellipse">
            <a:avLst/>
          </a:prstGeom>
          <a:solidFill>
            <a:srgbClr val="3D6A99"/>
          </a:solidFill>
          <a:ln w="12700">
            <a:solidFill>
              <a:srgbClr val="3D6A9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9476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探究與深化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154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四人組寫預報＋兩筆證據 → 6 發 4/20 資料對帳 → 7 白板上牆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35040" y="2606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88920"/>
            <a:ext cx="274320" cy="274320"/>
          </a:xfrm>
          <a:prstGeom prst="ellipse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挑戰與聚斂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31546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串連高雄的分歧 → 9 回到臺東那一格 → 10 個人書寫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硬約束：小組協同 ≤ 第 10 分鐘 ・ 全班串連 ≥ 8 分鐘 ・ 探究 ≥ 20 分鐘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導入與發現 ・ 10 分 ・ 主軸：傾聽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先讓每個人在資料裡找到自己覺得奇怪的一格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各自圈出最奇怪的一格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25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分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00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拿到 4/19 地面天氣圖與六地區觀測表（一人一份），安靜看，圈一格，旁邊寫一句為什麼。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48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和旁邊的人交換看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分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4231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互看圈的位置，說「我圈這格是因為……」。不必說服對方。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971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〔共有課題〕全班收集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971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2461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3～4 位學生說圈哪一格。教師在投影上圈起來，不評論。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7947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布題與限制說明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794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分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「你只有 19 號的資料。20 號還沒發生，沒有人知道答案，我也不知道。」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577840" y="132588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教師支援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178308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布題後閉嘴，靜默至少 10 秒，讀學生的筆停在哪一格。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記下誰遲遲沒圈、誰圈的是臺東或澎湖——先記座號，不點破。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【轉引】三位不同格子，中間不說「很好」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生1 臺東 →「還有沒有人圈不一樣的？」→ 生2 澎湖 →「多了一個澎湖。還有嗎？」→ 生3 宜蘭 → 收束成布題。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【釐清】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「再一次，你說哪裡奇怪？」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探究與深化 ・ 20 分 ・ 主軸：串連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寫完預報才給答案，讓每一組自己對帳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〔挑戰性課題〕四人組寫預報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25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分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00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小白板寫兩句：「明天早上臺北：＿」「明天早上高雄：＿」，每句下面兩筆支持資料（天氣圖或觀測表）。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發下 4/20 真實資料，各組對帳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分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560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寫完才發紙條。比對後在白板旁補寫：我們原本用的規則是什麼？它在哪一格失效？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6440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小白板上牆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246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5204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橫向並排貼上黑板，全班站起來走看一輪。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77840" y="132588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教師支援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178308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巡走由後排最沉默的一組開始。不糾正預報，只記：誰寫高雄「下雨」、誰寫「不下雨」、誰提到臺東。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【提示】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「回到圖上。除了鋒面的位置，還有沒有別的地方在告訴你？」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【反問】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「你自己覺得呢？你是看到什麼才這樣想的？」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【深究】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「那高雄跟臺北，會一樣多嗎？你怎麼知道？」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發紙條只說「資料來了」，不說「來看看對不對」。記下第一個發現自己錯的是哪一組、幾分幾秒。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挑戰與聚斂 ・ 10 分 ・ 主軸：串連＋回歸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先讓猜錯的組說理由，再把所有主張釘回圖上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串連高雄的分歧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3258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分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6002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先請預測「高雄會下雨」的組說理由，再請「不會下雨」的組。全班比對兩種規則。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286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回到臺東那一格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分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56032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投影放大 4/19 臺東「雷雨 27.7℃」：鋒面還在臺灣西北方，臺東卻在東南角下雷雨。這場雨是誰下的？不收斂，留成問題。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個人書寫收束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3832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分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657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學習單最後一題：我今天改掉的一個想法是＿＿＿。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114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〔加菜〕澎湖離鋒面近、臺東最遠，同樣雷雨，成因會一樣嗎？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132588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教師支援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783080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【轉問】甲 → 立場不同的乙 → 丙說差別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生1「鋒面還沒到高雄」→「第 2 組，你們當時怎麼想？」→ 生2「冷鋒過境就會下雨」→「生3，差別在哪裡？」→【釐清】「再一次。」→【回歸】「回到圖上。20 號鋒面壓在哪裡？」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【深究】一筆 → 第二筆 → 差別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「還有沒有第二筆？」→「臺中降 4.9、高雄降 1.1，這個差別在說什麼？」→「那 19 號的臺東，鋒面最遠，為什麼在下雷雨？」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【等待】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「你需要想一下是嗎？那你可以先找人幫忙嗎？」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理答六策略 ・ 本節台詞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短、不評價、不代答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串連不同的思考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「還有沒有人圈不一樣的？」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轉問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串連學生與學生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「第 2 組，你們當時是怎麼想的？」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3F7FB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反問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6276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串連學生與自己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「你自己覺得呢？你是看到什麼才這樣想？」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319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給線索不給答案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「回到圖上。還有沒有別的地方在告訴你？」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24612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釐清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069080" y="3319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請他自己再講一次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「再一次。」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B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深究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319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答對後往下追一層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「還有沒有第二筆？這個差別在說什麼？」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給觀課教師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看誰、看哪一刻、記下什麼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步（10～18 分）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6184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這一組先看天氣圖的鋒面，還是先看觀測表的氣溫？記下組內第一個開口的人說的那句話、指的哪一欄。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6 步（第 18 分）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資料發下那一刻，第一個反應是什麼？是先看自己猜對沒有，還是先看資料？有沒有真的動筆改白板？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E8952F"/>
          </a:solidFill>
          <a:ln w="12700">
            <a:solidFill>
              <a:srgbClr val="E89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整節課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就近 1～2 位學生：第一次把想法說出口是在哪一刻（個人圈記／Pair／小組／全班）？那句話是什麼？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52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彈性條款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8288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5 步若超過 10 分鐘仍有半數組別未寫滿兩筆證據，第 9 步「臺東那一格」移到下一節開頭，本節收在第 8 步。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本節為資料判讀課，無實驗操作，不涉及安全風險。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多變的天氣 2-2 教學流程</dc:title>
  <dc:subject>PptxGenJS Presentation</dc:subject>
  <dc:creator>PptxGenJS</dc:creator>
  <cp:lastModifiedBy>PptxGenJS</cp:lastModifiedBy>
  <cp:revision>1</cp:revision>
  <dcterms:created xsi:type="dcterms:W3CDTF">2026-09-13T09:28:02Z</dcterms:created>
  <dcterms:modified xsi:type="dcterms:W3CDTF">2026-09-13T09:28:02Z</dcterms:modified>
</cp:coreProperties>
</file>