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四年級數學公開課分析：變化的方式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授課教師：金山老師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課程日期：2020年12月15日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影片長度：46分48秒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核心概念：從距離—時間圖讀出移動、停留、速度改變與方向改變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一句話看懂這堂課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教師不急著教圖表規則，而是讓學生用圖形證據說故事、質疑故事，再修正自己的解釋。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學習從「算出15分鐘」推進到「線的形狀如何支持或否定一個事件」。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真正的學習發生在學生必須向同伴說明、聽懂並重述的時刻。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課程任務的三次推進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08:02—14:48：每分鐘走100公尺，將直線延長到1500公尺，求到達時間。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4:48—31:46：實際移動出現水平線與更陡斜線，解讀停留、加速及仍準時到達。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31:52—46:46：到公園等待後往回走，再短暫折返；以「小山形」挑戰方向與位置的判讀。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描述：學生在做什麼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個別讀圖後，持續以兩人或小組互相說明想法。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學生用生活情境解釋圖形：買糖果、找錯公園、接電話、等待朋友、折返回看。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多位學生輪流到全班前指圖說明，其他學生再於小組中確認與重述。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教師讓「比較不懂的孩子」也擔任解釋者，使理解透過表達而被檢驗。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描述：教師如何介入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以「為什麼可以延長」「為什麼變成平線」「什麼一樣、什麼不一樣」追問證據。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舉手人數少時，不直接公布答案，而是退回小組確認。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對學生故事保持開放，但要求故事必須符合線段的方向、斜率與座標。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在困難處安排停頓與互聽，使課堂節奏由學生理解狀態決定。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詮釋：第一個關鍵轉折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學生起初依賴「每分鐘100公尺」做逐步計算。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教師追問直線為何能延長，促使學生把「每分鐘」連結到速度不變。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直線不再只是答案的畫法，而成為「等速」關係的表徵。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這一步把算術思考推進到函數關係的初步理解。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詮釋：故事必須受圖形約束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「接電話」本身不能解釋水平線；若邊走邊講，距離仍會增加，線就應向上。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水平線的關鍵不是人物在做什麼，而是時間增加、位置不變。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下降線表示離家更近；向上折返表示再次朝公園方向移動。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學生從自由想像走向證據導向的數學敘事。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詮釋：同伴學習的品質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小組不是交換答案，而是反覆說明同一張圖的因果關係。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「請你再講一次」與輪流解釋，讓模糊理解外顯並可被同伴修正。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43分鐘後題目難度提高，教室聲量反而變小；學生進入共同凝視與推理。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觀課者所稱的「好棒的學習風景」，核心是困難任務促成真正互相依賴。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伸展挑戰的設計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前段建立斜線、水平線、陡度與位置的共同語言。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中段加入停留與加速，但終點時間仍相同，形成比較與不變量。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後段加入等待、回程與未完全返回公園的「小山形」。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挑戰不是增加計算量，而是增加圖形與事件之間的推論層次。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反思：這堂課的優勢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任務具有連續性，每一題都使用前一題形成的表徵工具。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教師尊重學生的生活化敘事，同時堅守數學證據標準。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多次把發言權交還小組，降低只有少數學生回答的風險。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學生的錯誤與不確定被當作共同探究資源，而非立即糾正的缺陷。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反思：可以再精煉之處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可更明確標記橫軸是時間、縱軸是離家的距離，減少「速度／位置」語詞混淆。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全班分享後可請學生用一句數學語句收束，例如「水平線表示時間增加但距離不變」。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後段故事想像豐富，但宜反覆區分「圖能確定的事」與「合理但不能確定的情節」。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結尾被鐘聲截斷，可安排一張離堂單，讓每位學生獨立解讀新的折線片段。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可移植的教學策略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先問「你看見什麼變化」，再問「你憑什麼這樣說」。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允許多個故事，但要求每個故事逐段對應圖形證據。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全班說明後立刻回到兩人重述，讓聽懂成為可觀察行為。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把高難度放在概念關係，而不是繁複計算，才能產生高品質協作。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觀課結論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這堂課的主角不是折線圖本身，而是學生如何共同建立「圖形可以證明什麼」的判準。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教師的核心作用是設計遞進任務、延遲判斷、追問理由並連結不同學生的想法。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學習共同體精神具體呈現在：所有人都有理解權，也都有向同伴說明的責任。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