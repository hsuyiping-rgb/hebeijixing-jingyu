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03228"/>
                </a:solidFill>
                <a:latin typeface="Microsoft JhengHei"/>
              </a:defRPr>
            </a:pPr>
            <a:r>
              <a:t>數學公開課：課例研究與對話實錄對照報告 (修訂版)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本報告針對 2026 年 5 月 7 日新北市光復國小校長於五年級 503 班執教的數學公開課「省水馬桶與容積應用問題」進行課例研究。本分析聚焦於預設教案的**「活動結構與節奏（Structure &amp; Rhythm）」**，並以佐藤學《學習革命的願景實踐篇》為核心文獻指引，採用**「描述（Description） $\rightarrow$ 詮釋（Interpretation） $\rightarrow$ 反思/評價（Reflection/Evaluation）」**三階模式，微觀分析課堂中師生的**「傾聽（Listening）」**、**「串聯（Connecting）」**與**「回歸（Returning）」**之動態歷程。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03228"/>
                </a:solidFill>
                <a:latin typeface="Microsoft JhengHei"/>
              </a:defRPr>
            </a:pPr>
            <a:r>
              <a:t>🔍 課堂活動之結構與節奏對照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本節課的設計意圖源自 [省水馬桶教學教案設計20260415.docx](file:///g:/我的雲端硬碟/antigravity2/學習共同體課堂影片分析/公開課檔案/省水馬桶教學教案設計20260415.docx)。以下針對實際課堂活動的結構與節奏進行時間與脈絡之梳理（忽略教案中未實現之問題二「寶特瓶排容與無條件進位」討論）：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| 預設教案活動階段 | 預設時間 | 實際課堂活動歷程 (影片實錄) | 結構與節奏分析 (時間與空間之重建) |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| :--- | :--- | :--- | :--- |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03228"/>
                </a:solidFill>
                <a:latin typeface="Microsoft JhengHei"/>
              </a:defRPr>
            </a:pPr>
            <a:r>
              <a:t>🔍 課堂活動之結構與節奏對照 (II)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| **活動一：理解題意**&lt;br&gt;(圈出條件語句與核心問題，並進行小組確認) | **10分鐘** | **影片一 ([00:00] - [17:00])**：&lt;br&gt;1. 學生自主閱讀並圈出條件與核心問句。&lt;br&gt;2. 學生轉頭進行輕聲討論。&lt;br&gt;3. 校長介入「按煞車」，要求學生先停止計算，回歸條件句與問題的關係。&lt;br&gt;4. 師生討論學習單三個欄位（條件、推論、邏輯）的物理定義。 | **打破均質時間，釋放活在當下的時間**：&lt;br&gt;教案預設 10 分鐘，實際花費達 17 分鐘。校長發現學生习惯直接計算時，毅然打斷「生產線般的直線時間」，為學生的直覺按下煞車。這給予了學生循環與可逆的思考空間，讓學習不再侷限於「有效率地得到答案」。 |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| **活動二：擬定解題策略**&lt;br&gt;(分享條件與核心問題關係，說出解題邏輯) | **10分鐘** | **影片二 ([00:00] - [18:00])**：&lt;br&gt;1. 全班討論「水量」與「水費」的階層關係。&lt;br&gt;2. 校長引導低成就或卡關同學重新理清條件（人數、次數、傳統與省水馬桶差額）。&lt;br&gt;3. 學生口頭回答算法時，校長要求**「不要用算式，全用中文」**進行語言轉譯。&lt;br&gt;4. 引導學生找出公升與度的關係，隨後要求學生列式。 | **重建教室的語言交流**：&lt;br&gt;此階段聚焦於「語言的轉譯」。校長透過細緻的「引導與等待」，讓卡關學生的思維能在安全的對話氛圍中展開，促使抽象算式（限制型符碼）轉化為日常語言（精緻型符碼），這使教室的時間與節奏完全由學生的真實反應決定，而非紙本教案。 |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| **活動三：執行解題策略**&lt;br&gt;(學生計算，小組分享，不同解法上台) | **15分鐘** | **影片三 ([00:00] - [08:00])**：&lt;br&gt;1. 學生在黑板上書寫列式。&lt;br&gt;2. 校長指出學生在上台時產生了「行動中的自我修正」。&lt;br&gt;3. 邀請芷妃說明自己的「日水費先算」解法。&lt;br&gt;4. 邀請季顯口頭對比並說明自己的「月水量先算」解法之差異。&lt;br&gt;5. 校長總結，下課鐘響，將未完的題目（問題二）改為回家作業。 | **彈性調整進度，追求深度的探究**：&lt;br&gt;實際僅用了 8 分鐘進行黑板列式與對比。由於校長在前兩個活動中讓學生「充分對話與理解」，導致時間不足以進入問題二的討論。校長展現了「被動的教態」，不強求教案的完整性，而是將問題二作為回家探究的延伸。 |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03228"/>
                </a:solidFill>
                <a:latin typeface="Microsoft JhengHei"/>
              </a:defRPr>
            </a:pPr>
            <a:r>
              <a:t>💬 師生言談之微觀分析：傾聽、串聯與回歸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以下選取課堂中兩段最關鍵的言談事件，採用**「描述 $\rightarrow$ 詮釋 $\rightarrow$ 反思」**層次，解構師生的傾聽、串聯與回歸歷程。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03228"/>
                </a:solidFill>
                <a:latin typeface="Microsoft JhengHei"/>
              </a:defRPr>
            </a:pPr>
            <a:r>
              <a:t>對話事件 A：從算式到「全用中文」的語言轉譯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#### 1. 描述 (Description)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在課堂錄影（見 [全班影片2_clean.srt](file:///g:/我的雲端硬碟/antigravity2/學習共同體課堂影片分析/公開課檔案/全班影片2_clean.srt#L141-L151)）中，當校長詢問如何計算省水量時，師生展開了以下對話：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&gt; *   **教師**：先算省水量，那省水量怎麼算？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&gt; *   **學生**：12 減 6 等於的答案，再乘以……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&gt; *   **教師**：好，這是你用算式告訴我，可不可以不要用算式？再告訴我一次。全用中文。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&gt; *   **學生**：傳統馬桶沖水量（減）省水馬桶沖水量，然後再乘以每人平均使用的次數，然後再乘以他們家有幾個。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03228"/>
                </a:solidFill>
                <a:latin typeface="Microsoft JhengHei"/>
              </a:defRPr>
            </a:pPr>
            <a:r>
              <a:t>對話事件 A：從算式到「全用中文」的語言轉譯 (II)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#### 2. 詮釋 (Interpretation)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傾聽 (Listening)**：校長在此處展現了對學生「認知限制」的敏銳傾聽。他聽出學生的回答「12 減 6……」雖然數值正確，但只是在無意識地操作抽象數字。這在 Bernstein 的 [階級符碼與控制.docx](file:///g:/我的雲端硬碟/學共論文參考文獻/閱讀筆記/階級符碼與控制.docx) 理論中被稱為**限制型符碼（Restricted Code）**——一種缺乏具體情境、僅在懂規則者之間流通的簡約語言。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串聯 (Connecting)**：校長藉由提出「可不可以不要用算式？全用中文」，強迫學生的思維產生**串聯**。學生必須將抽象符號（$12, 6$）與他們生活經驗中的物理客體（傳統馬桶水量、省水馬桶水量、沖水次數、家庭人數）串聯起來，這完成了從限制型符碼向**精緻型符碼（Elaborated Code）**的語言轉譯。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回歸 (Returning)**：這種轉譯建立了一種課堂的**「公共語言（Public Language）」**。精緻型的口語表述不再具有數學符號的壁壘，它讓課堂中的邊緣參與者（卡關的學生）得以聽懂其邏輯，回歸到集體合作探究的 Zone of Proximal Development (ZPD) 之中。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#### 3. 反思/評價 (Reflection/Evaluation)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這項教學指令是極佳的「語言鷹架（Language Scaffolding）」實踐。佐藤學在《學習革命的願景實踐篇》中強調，課堂是交換活生生語言的「生命有機體」。校長不以「教師」的威權直接給予標準答案，而是以「傾聽者」的被動姿態，逼退抽象算式的冰冷性，讓學生藉由「命名」主動建構概念的意義。這種做法解構了傳統教室中教師作為知識代言人的權力關係，真正建立了基於民主對話的「學習場所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03228"/>
                </a:solidFill>
                <a:latin typeface="Microsoft JhengHei"/>
              </a:defRPr>
            </a:pPr>
            <a:r>
              <a:t>對話事件 B：黑板上的「行動中修正」與「雙重算法後設對比」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#### 1. 描述 (Description)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在課堂錄影（見 [全班影片3_clean.srt](file:///g:/我的雲端硬碟/antigravity2/學習共同體課堂影片分析/公開課檔案/全班影片3_clean.srt#L1-L15) 與 [L82-L101](file:///g:/我的雲端硬碟/antigravity2/學習共同體課堂影片分析/公開課檔案/全班影片3_clean.srt#L82-L101)）中，幾位學生在黑板上列式後，校長引導全班進行對比：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&gt; *   **教師**：我發現大家上去寫之後，很妙。在台下寫的答案不太一樣，到黑板上就做了修正。……芷妃，你可以到前面跟大家說一說，你的列式代表什麼意義？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&gt; *   (芷妃說明其「日水費先算」路徑： $12-6=6 \text{ L} \rightarrow 5\times4\times6=120 \text{ L} \rightarrow 120 \text{ L} = 0.12 \text{ 度} \rightarrow 0.12 \times 9 = 1.08 \text{ 元} \rightarrow 1.08 \times 30 = 32.4 \text{ 元}$)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&gt; *   **教師**：剩下的這兩個算法，跟剛剛芷妃的一樣嗎？誰可以簡單講，那個不一樣在哪裡？用你的話，用一句話來說。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&gt; *   **學生 (季顯)**：我們直接用 120 公升乘以 30……所以沒有先換算，是算完才換算，再乘……算完一個月那個家庭省下多少水量，然後呢？再換算成度，再去算省下多少錢。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03228"/>
                </a:solidFill>
                <a:latin typeface="Microsoft JhengHei"/>
              </a:defRPr>
            </a:pPr>
            <a:r>
              <a:t>對話事件 B：黑板上的「行動中修正」與「雙重算法後設對比」 (II)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#### 2. 詮釋 (Interpretation)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傾聽 (Listening)**：校長傾聽並捕捉到了學生在黑板書寫時發生的**「行動中反思（Reflection-in-action）」**（見 [反思的實踐者%28schon%29在行動中專業如何思考.docx](file:///g:/我的雲端硬碟/學共論文參考文獻/閱讀筆記/反思的實踐者(schon)在行動中專業如何思考.docx)）。學生在台下可能寫出錯誤答案，但透過上台與黑板空間的實體互動、觀察同儕的書寫，產生了即興的反思並進行了自我修正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串聯 (Connecting)**：校長並未評判對錯，而是將台下學生的眼光**串聯**到黑板上不同的解法，要求他們「用一句話說出不一樣在哪裡」。季顯敏銳地指出了關鍵的差異在於**「時間尺度的處理與單位換算的時機」**。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回歸 (Returning)**：校長將學生的發現**回歸**至認知負荷的數學本質上。芷妃的解法在第二步就引入了小數點（$0.12$），增加了五年級學生工作記憶的認知負擔；而季顯的解法在第三步之前皆為整數運算（$120 \times 30 = 3600$），最後一步才做除法與乘法。這兩條路徑的後設對比，引導全班回歸到「算法優化」的本質。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#### 3. 反思/評價 (Reflection/Evaluation)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這段教學體現了佐藤學所說的「協同學習中多元與情境思考的交響」。校長沒有扮演「算法高低」的裁判，而是引導學生進行「與他人、與自身」的後設認知對話。最可貴的是校長的即興應變能力：在發現時間不足時，他決定彈性地捨棄教案中的問題二進度，將整堂課的高潮停留在這場精采的雙重算法辯析中。這種尊重學生真實學習步調的「被動教態」，真正落實了以學習者為中心的「反思性課堂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03228"/>
                </a:solidFill>
                <a:latin typeface="Microsoft JhengHei"/>
              </a:defRPr>
            </a:pPr>
            <a:r>
              <a:t>💡 隱性實踐與課例研究的反思總結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隱性實踐（Tacit Practice）高於顯性實踐**：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依據 [反思教學導論.docx](file:///g:/我的雲端硬碟/學共論文參考文獻/閱讀筆記/反思教學導論.docx)，傳統課堂研究常以可見的提問技術與教案計畫等「顯性實踐」為核心。然而，本公開課最精采的部分卻是不可見的「隱性實踐」——教師對於狀況的「省察」、對學生認知阻礙的「傾聽」，以及在即興狀況下「捨棄教案進度」的「判斷」。這對未來課例研究的啟示在於：教師應從「教學計畫的執行者」轉變為「課堂事件的故事述說者（Narrative Cognitive）」。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2.  **重建教室的時間與空間關係**：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03228"/>
                </a:solidFill>
                <a:latin typeface="Microsoft JhengHei"/>
              </a:defRPr>
            </a:pPr>
            <a:r>
              <a:t>💡 隱性實踐與課例研究的反思總結 (II)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本堂課成功瓦解了傳統教室如 Foucault 所說的「圓形監獄」空間（教師放射狀監視學生）。當芷妃卡住時，台下學生主動上台支援，全班以第一人稱的「我」和彼此的姓名展開對話。教室從單向傳遞的物理空間，重構為個體間「摩擦火花」的交響學習場所。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3.  **課堂作為一個生命有機體**：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我們應將本課例視為一個「完整的作品」加以尊重。教案中未實現的「排容無條件進位」活動，並非教學的瑕疵，而是真實探究過程中自然流淌的留白。這啟示我們，未來的備課與議課，應大幅減少事前繁雜的技術性指導計畫，而將重心移至事後針對課堂真實發生「事件」的仔細敘述、省察與反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03228"/>
                </a:solidFill>
                <a:latin typeface="Microsoft JhengHei"/>
              </a:defRPr>
            </a:pPr>
            <a:r>
              <a:t>學習共同體課例探究與省思 - 專題討論 (11)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聚焦微觀對話中的聆聽關係建立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探究協同合作與伸展跳躍學習的脈絡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思考教師如何建立公共溝通民主語言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03228"/>
                </a:solidFill>
                <a:latin typeface="Microsoft JhengHei"/>
              </a:defRPr>
            </a:pPr>
            <a:r>
              <a:t>學習共同體課例探究與省思 - 專題討論 (12)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聚焦微觀對話中的聆聽關係建立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探究協同合作與伸展跳躍學習的脈絡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Microsoft JhengHei"/>
              </a:defRPr>
            </a:pPr>
            <a:r>
              <a:t>• 思考教師如何建立公共溝通民主語言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