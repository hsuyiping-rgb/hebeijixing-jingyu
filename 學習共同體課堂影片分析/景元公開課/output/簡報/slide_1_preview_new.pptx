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離散量分數表徵與協同探究</a:t>
            </a:r>
          </a:p>
          <a:p>
            <a:pPr>
              <a:defRPr sz="1600">
                <a:solidFill>
                  <a:srgbClr val="4B504B"/>
                </a:solidFill>
                <a:latin typeface="Microsoft JhengHei"/>
              </a:defRPr>
            </a:pPr>
            <a:r>
              <a:t>新北市五年9班 楊景元老師數學公開課課例研究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6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▸ 探究核心：直面學科能力檢測難點，釐清「部分與整體」之基準量關係。</a:t>
            </a:r>
          </a:p>
          <a:p>
            <a:pPr>
              <a:spcAft>
                <a:spcPts val="16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▸ 學習機制：A-B 與 C-D 結構化對話，保障每位孩子均等的言談權力。</a:t>
            </a:r>
          </a:p>
          <a:p>
            <a:pPr>
              <a:spcAft>
                <a:spcPts val="16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▸ 教學策略：去評價的傾聽、串聯與回歸，將思維主導權還給學生。</a:t>
            </a:r>
          </a:p>
          <a:p>
            <a:pPr>
              <a:spcAft>
                <a:spcPts val="16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▸ 共有與躍進：從一盒月餅的基礎課題，邁向多元表徵的伸展跳躍。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4876495" cy="2721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