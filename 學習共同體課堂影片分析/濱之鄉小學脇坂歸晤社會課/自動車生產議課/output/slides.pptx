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濱之鄉小學社會課課例研究：自動車生產的兩難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1. 課例基本資訊與研究脈絡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研究對象：日本濱之鄉小學五年級社會課「自動車（汽車）生產」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授課教師：脇坂圭吾 老師（從音樂學科轉戰社會學科的第三年）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議課指導：佐藤學 教授、秋山主任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研究焦點：如何將全國性的工業議題，串聯學生切身的生活經驗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2. 社會科本質的再思考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超越迪士尼樂園的課本：傳統課本往往只描述生產流程與技術，隱蔽了現實的衝突與矛盾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社會的真實面貌：真實的社會經濟充斥著利害妥協、結構性矛盾與生存的無奈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知識的碰撞：將錢、成本、失業與生存等社會現實帶入課堂，才是社會科的本質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3. 教學設計與課題設定的匠心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向身邊的人學習：班上有三位家長從事汽車生產，一位是司機，這成為最活生生的教材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讀資料與講想法分開：上一堂課專注於讀懂複雜資料，本堂課專注於發表想法，深化思維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想法一欄表的交響：將學生的學習筆記整理成表發給全班，讓沒舉手的想法也能在班級中交響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4. 國內生產與海外生產的兩難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國內生產的立場：保護本土員工的家庭生計，防止產業外移導致國內家庭失業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海外生產的立場：降低成本、維持大企業的全球競爭力，否則倒閉會影響更多人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無法逃避的現實：脇坂老師引入豐田宣佈撤出澳洲生產的新聞事件，讓學生看見殘酷的社會現實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5. 微觀對話分析：江次與藤田的立場激盪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江次同學的同理心：主張國內生產，因為生產者花費了那麼多心血，失業了太可憐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藤田同學的現實考量：指出如果不去海外降低成本，母公司倒閉了，受害的家庭會更多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尊重差異的討論：兩人立場迥異，但能彼此傾聽，不急於否定對方的生存立場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6. 微觀對話分析：廣賴的轉折與成長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廣賴同學的沉默：在第一階段討論中完全沉默，戴著口罩，看似沒有想法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關鍵資料的撞擊：讀了澳洲工廠撤退的報紙後，他突然說我好像改變想法了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同儕支持的發言：他指出為了降低成本撤回，會造成當地失業，這是在犧牲他人，展現了深刻的思考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7. 微觀對話分析：佐佐木的奇蹟轉變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去年的安定性問題：去年在班上極度不安定、情緒起伏大，主要是因為爸爸在海外工作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在教室中的安心感：因為脇坂老師第一個指名他，讓他感受到我沒有被放棄的溫暖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深度的參與：積極閱讀資料，對日本人事費提出看法，並隨著討論轉變了立場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8. 微觀對話分析：內田的全球市民視角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內田同學的家庭背景：爸爸是在泰國工作的外派人員，支持海外生產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體貼與不好意思的心理：他承認海外是為了降低成本，但這對國內員工很不好意思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同理心的展現：即使個人家庭因海外生產受益，依然能看見國內工人的困境，展現全球公民的素養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9. 殘酷現實的投影：石井與小陶的生存宣告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石井同學的生活體悟：說出雖然很辛苦，但是大家都很努力在生活，道盡家庭背後的堅韌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小陶同學的現實主義：說出人最後一定都是選擇錢這句話，吐露了家裡開公司倒閉後的殘酷經歷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現實與課堂的交融：孩子們用顯微鏡和望遠鏡交替觀察，將大人的現實帶入課堂進行微觀解讀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10. 教師指名藝術與課堂心理安全感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不以學力為指名的唯一標準：脇坂老師指名的對象多是學力中下或平常不發言的孩子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抓緊閃光的瞬間：不只找舉手的孩子，而是觀察沒舉手但眼神閃過思考光芒的學生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對沉默的溫柔等待：桑島發言時停頓極久，全班在安心的氛圍中耐心等待他，促成最精彩的發言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11. 佐藤學教授的議課評講與洞察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教育不是表演：指名平常不發言的孩子，向班級傳遞了每個人都很重要的課堂訊號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社會科是沒有正解的學科：與理科解決問題不同，社會科是在複雜的關係中尋求對立立場的理解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相互傾聽的關係建立：孩子不為了堅持己見而去貶低他人，在傾聽中達成了內心的成長與蛻變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12. 課例研究的啟示與未來展望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回歸生活的社會課：透過身邊家長的故事，將龐大的全球經濟議題拉近到學生的生活周遭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培養有社會關懷的下一代：在個人主義盛行的現代社會，種下關懷公共利益與他人處境的種子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建立協同共學的教室：透過安心的氛圍、多元的資料與兩難課題，實踐真正的學習共同體哲學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