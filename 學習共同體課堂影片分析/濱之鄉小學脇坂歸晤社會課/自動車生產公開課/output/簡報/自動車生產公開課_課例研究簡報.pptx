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1. 課堂導入與單元定位 [00:00:00 - 00:03:20]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教師開場介紹社會科學習的目的，並將這堂課定位為15小時單元中的第13堂課，回顧了前期的歷史與產業人物。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(回歸)】 透過回顧單元脈絡，教師將學生的思維「回歸」到先前的學習經驗，為今日探討更深層的產業課題建立穩固的先備知識基石。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在導入階段不急於拋出問題，而是透過脈絡梳理幫助學生安定心神，是建立安全學習環境、促進後續高品質聆聽的重要前提。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2. 生命安全與汽車產業的連結 [00:03:20 - 00:07:38]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教師引用同學父親的話，引導學生思考「確保生命安全」在汽車製造中的核心地位。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(串聯)】 教師將學生的生活經驗（同學家長的真實工作）與學科知識「串聯」起來，使教材具有生命力與真實感。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藉由在地化、生活化的人際網絡來設計教材，能有效激發學生的內在動機，讓冰冷的工業生產課題轉化為有溫度的社會探究。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3. 安全與成本的拉扯 [00:07:38 - 00:11:10]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課堂中點出保護安全與控制材料成本之間的矛盾，並探討工廠師傅在維持高品質時所面臨的不便。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(互相傾聽)】 學生在教師的引導下，開始聆聽產業實務上的兩難，這種聆聽不僅是聽見聲音，更是同理生產者的處境。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社會科的核心在於理解人類社會的複雜性。教師在此成功地創造了認知衝突，讓學生明白真實世界中沒有絕對完美的單一答案。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4. 進入伸展跳躍課題：海外生產的兩難 [00:11:10 - 00:16:30]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教師請學生翻開課本131頁，拋出日本工廠移往海外的議題，引發國內生產與海外生產孰優孰劣的思考。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(伸展跳躍的課題)】 這是一個典型的「伸展跳躍」設計，超越了單純的知識記憶，要求學生在國家經濟利益與企業生存之間進行價值判斷。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高品質的跳躍課題必須具備真實性與複雜度，此處的提問成功讓學生跨越舒適圈，進入需要深度協作與思考的學習區帶。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5. 小組討論：國內與海外生產的比較 [00:16:30 - 00:23:10]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學生針對國內生產高工資（一小時超過1000日圓）與海外低成本進行討論，並表達對產業外移的擔憂。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(互相傾聽與串聯)】 學生在小組中交換意見，將個人對「高工資」的理解與同學對「社會自治」的想法進行串聯，形成小組共識。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觀察學生在討論中是否出現細微的肢體語言（如注視發言者、點頭），可評估傾聽的品質。教師在此階段適時退居幕後，把學習權還給學生。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6. 個人與整體的串聯：傾聽同學與家長的意見 [00:23:10 - 00:30:20]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討論中再次帶入學生家長（在汽車廠工作）的具體處境，將巨觀的國家經濟問題與微觀的家庭生計結合。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(串聯)】 教師巧妙地將「整體社會發展」與「個人家庭生活」串聯，讓學生意識到政策變動對真實人物的直接衝擊。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將抽象經濟議題具象化為熟人的生活，是社會科教學的極佳策略，這能培養學生的同理心，並提升解決問題的使命感。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7. 回歸現實與經濟考量 [00:30:20 - 00:35:00]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探討若限定在日本國內生產，企業將面臨的經濟困境，包含匯率高漲、人事費提升及關稅問題。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(回歸)】 當討論陷入感性的同情時，教師將學生的注意力「回歸」到客觀的經濟數據與國際貿易現實，確保討論不脫離學科本質。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優秀的引導者能在感性與理性之間游刃有餘。適時提供殘酷的現實數據，能深化跳躍課題的思考厚度，防止流於空泛的道德呼籲。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8. 澳洲豐田廠的真實案例分析 [00:35:00 - 00:41:00]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教師引入2014年發布、2017年實施的澳洲豐田工廠關廠案例，說明2500人失業的慘痛代價。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(伸展跳躍的課題)】 透過真實且具震撼力的國際案例，進一步將課題推向高峰，迫使學生在更極端的困境中重新評估先前的觀點。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跨國案例的引入擴展了學生的全球視野。這類未經簡化的真實世界難題，正是培養高階批判性思考的最佳素材。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9. 決策的艱難與經營者的視角 [00:41:00 - 00:46:15]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探討豐田社長為了保護重要資產與公司存續，不得不做出關閉澳洲廠的艱難決定，這被視為一種「正當的犧牲」。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(互相傾聽)】 學生在聆聽這段歷史時，需要跨越自身的直覺反感，去傾聽並理解經營者在兩難困境中的痛苦與無奈。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讓學生站在不同利益關係人（勞工vs資方）的角度思考，是社會科教學的重要目標。這考驗學生轉換觀點與深刻共情的能力。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10. 全局觀點與本土就業的平衡 [00:46:15 - 00:50:10]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總結海外有16家工廠的同時，日本國內仍保留了需要大量人力的工廠，以此保護日本的技術與附屬品產業鏈。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(串聯)】 教師將「海外擴張」與「保護本土技術」這兩個看似對立的概念「串聯」起來，形成更圓融的產業策略認知。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事物往往不是非黑即白。教學在此達到了統合的層次，讓學生明白妥協與平衡才是真實社會運作的常態。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11. 課後反思與學習總結 [00:50:10 - 00:54:10]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課堂進入尾聲，教師請學生針對今天的討論發表感想，並強調將知識與大論點結合的重要性，為下節課做準備。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(回歸與互相傾聽)】 教師讓學生「回歸」自我，整理一節課的思緒，並在發表感想時，再次創造全班「互相傾聽」的總結氛圍。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留白讓學生沉澱與表達，是確保學習發生的關鍵。重視學生的主觀感受與認知變化，體現了以學習者為中心的教育信念。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12. 延伸討論與教師專業反思 [00:54:10 - 00:57:30]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【現象描述】 記錄中提到教師在社會科投入的心力，以及針對不同年級（一至六年級）在家學習時間的規劃，並探討了免費補習與城鄉差距的問題。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【學習共同體詮釋 (串聯)】 將課堂內的學習成效與課外的家庭支持系統「串聯」，點出教育公平性與學習共同體理念在弱勢環境中的重要性。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【專業反思】 教師的專業不僅在於課堂上的40分鐘，更在於對學生整體生活脈絡的理解。真正的學習共同體，是致力於讓每一個孩子（無論貧富）都能獲得高品質的學習機會。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